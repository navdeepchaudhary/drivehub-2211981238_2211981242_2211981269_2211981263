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7.jpg" ContentType="image/jpeg"/>
  <Override PartName="/ppt/media/image8.jpg" ContentType="image/jpeg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67" r:id="rId5"/>
    <p:sldId id="258" r:id="rId6"/>
    <p:sldId id="260" r:id="rId7"/>
    <p:sldId id="269" r:id="rId8"/>
    <p:sldId id="275" r:id="rId9"/>
    <p:sldId id="276" r:id="rId10"/>
    <p:sldId id="270" r:id="rId11"/>
    <p:sldId id="271" r:id="rId12"/>
    <p:sldId id="262" r:id="rId13"/>
    <p:sldId id="264" r:id="rId14"/>
    <p:sldId id="274" r:id="rId15"/>
    <p:sldId id="272" r:id="rId16"/>
    <p:sldId id="273" r:id="rId17"/>
    <p:sldId id="266" r:id="rId1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113" y="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jp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838200"/>
          </a:xfrm>
          <a:custGeom>
            <a:avLst/>
            <a:gdLst/>
            <a:ahLst/>
            <a:cxnLst/>
            <a:rect l="l" t="t" r="r" b="b"/>
            <a:pathLst>
              <a:path w="9144000" h="838200">
                <a:moveTo>
                  <a:pt x="9144000" y="0"/>
                </a:moveTo>
                <a:lnTo>
                  <a:pt x="0" y="0"/>
                </a:lnTo>
                <a:lnTo>
                  <a:pt x="0" y="838200"/>
                </a:lnTo>
                <a:lnTo>
                  <a:pt x="9144000" y="8382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701028"/>
            <a:ext cx="9143999" cy="156971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6146800" y="0"/>
            <a:ext cx="2997200" cy="838200"/>
          </a:xfrm>
          <a:custGeom>
            <a:avLst/>
            <a:gdLst/>
            <a:ahLst/>
            <a:cxnLst/>
            <a:rect l="l" t="t" r="r" b="b"/>
            <a:pathLst>
              <a:path w="2997200" h="838200">
                <a:moveTo>
                  <a:pt x="2997200" y="0"/>
                </a:moveTo>
                <a:lnTo>
                  <a:pt x="0" y="0"/>
                </a:lnTo>
                <a:lnTo>
                  <a:pt x="0" y="838200"/>
                </a:lnTo>
                <a:lnTo>
                  <a:pt x="2997200" y="838200"/>
                </a:lnTo>
                <a:lnTo>
                  <a:pt x="2997200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6527800" y="190500"/>
            <a:ext cx="2076450" cy="685800"/>
          </a:xfrm>
          <a:custGeom>
            <a:avLst/>
            <a:gdLst/>
            <a:ahLst/>
            <a:cxnLst/>
            <a:rect l="l" t="t" r="r" b="b"/>
            <a:pathLst>
              <a:path w="2076450" h="685800">
                <a:moveTo>
                  <a:pt x="2076450" y="0"/>
                </a:moveTo>
                <a:lnTo>
                  <a:pt x="0" y="0"/>
                </a:lnTo>
                <a:lnTo>
                  <a:pt x="0" y="685800"/>
                </a:lnTo>
                <a:lnTo>
                  <a:pt x="2076450" y="685800"/>
                </a:lnTo>
                <a:lnTo>
                  <a:pt x="20764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29400" y="201617"/>
            <a:ext cx="1828799" cy="9239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228600"/>
            <a:ext cx="2057399" cy="634780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6576860" y="0"/>
            <a:ext cx="2110105" cy="838200"/>
          </a:xfrm>
          <a:custGeom>
            <a:avLst/>
            <a:gdLst/>
            <a:ahLst/>
            <a:cxnLst/>
            <a:rect l="l" t="t" r="r" b="b"/>
            <a:pathLst>
              <a:path w="2110104" h="838200">
                <a:moveTo>
                  <a:pt x="2109939" y="0"/>
                </a:moveTo>
                <a:lnTo>
                  <a:pt x="0" y="0"/>
                </a:lnTo>
                <a:lnTo>
                  <a:pt x="0" y="838200"/>
                </a:lnTo>
                <a:lnTo>
                  <a:pt x="2109939" y="838200"/>
                </a:lnTo>
                <a:lnTo>
                  <a:pt x="2109939" y="0"/>
                </a:lnTo>
                <a:close/>
              </a:path>
            </a:pathLst>
          </a:custGeom>
          <a:solidFill>
            <a:srgbClr val="FF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76860" y="228600"/>
            <a:ext cx="1964423" cy="634780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6552603" y="190500"/>
            <a:ext cx="1983105" cy="685800"/>
          </a:xfrm>
          <a:custGeom>
            <a:avLst/>
            <a:gdLst/>
            <a:ahLst/>
            <a:cxnLst/>
            <a:rect l="l" t="t" r="r" b="b"/>
            <a:pathLst>
              <a:path w="1983104" h="685800">
                <a:moveTo>
                  <a:pt x="1982622" y="0"/>
                </a:moveTo>
                <a:lnTo>
                  <a:pt x="0" y="0"/>
                </a:lnTo>
                <a:lnTo>
                  <a:pt x="0" y="685800"/>
                </a:lnTo>
                <a:lnTo>
                  <a:pt x="1982622" y="685800"/>
                </a:lnTo>
                <a:lnTo>
                  <a:pt x="198262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588721" y="201617"/>
            <a:ext cx="1828798" cy="9239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389516"/>
            <a:ext cx="7363459" cy="3140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9770" y="1471535"/>
            <a:ext cx="5482844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Project Presentation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29255" y="2165161"/>
            <a:ext cx="328549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b="1" spc="-25" dirty="0">
                <a:latin typeface="Times New Roman"/>
                <a:cs typeface="Times New Roman"/>
              </a:rPr>
              <a:t>ON</a:t>
            </a:r>
            <a:endParaRPr dirty="0">
              <a:latin typeface="Times New Roman"/>
              <a:cs typeface="Times New Roman"/>
            </a:endParaRPr>
          </a:p>
          <a:p>
            <a:r>
              <a:rPr lang="en-US" b="1" dirty="0"/>
              <a:t>                </a:t>
            </a:r>
            <a:r>
              <a:rPr lang="en-IN" sz="2400" b="1" dirty="0" err="1"/>
              <a:t>DriveHub</a:t>
            </a:r>
            <a:r>
              <a:rPr lang="en-IN" sz="1800" dirty="0"/>
              <a:t> 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>
                <a:latin typeface="Times New Roman"/>
                <a:cs typeface="Times New Roman"/>
              </a:rPr>
              <a:t>(Course</a:t>
            </a:r>
            <a:r>
              <a:rPr lang="en-IN" sz="2400" spc="-6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Times New Roman"/>
                <a:cs typeface="Times New Roman"/>
              </a:rPr>
              <a:t>Code:</a:t>
            </a:r>
            <a:r>
              <a:rPr lang="en-IN" sz="2400" i="1" spc="-50" dirty="0">
                <a:latin typeface="Times New Roman"/>
                <a:cs typeface="Times New Roman"/>
              </a:rPr>
              <a:t> </a:t>
            </a:r>
            <a:r>
              <a:rPr lang="en-IN" sz="2400" b="1" spc="-10" dirty="0">
                <a:latin typeface="Times New Roman"/>
                <a:cs typeface="Times New Roman"/>
              </a:rPr>
              <a:t>CS253</a:t>
            </a:r>
            <a:r>
              <a:rPr lang="en-IN" sz="2400" spc="-10" dirty="0">
                <a:latin typeface="Times New Roman"/>
                <a:cs typeface="Times New Roman"/>
              </a:rPr>
              <a:t>)</a:t>
            </a:r>
            <a:endParaRPr lang="en-IN" sz="2400" dirty="0">
              <a:latin typeface="Times New Roman"/>
              <a:cs typeface="Times New Roman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8300" y="4038600"/>
            <a:ext cx="4813300" cy="159017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By: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27685" algn="l"/>
              </a:tabLst>
            </a:pPr>
            <a:r>
              <a:rPr lang="en-IN" sz="1800" dirty="0"/>
              <a:t>Navdeep</a:t>
            </a:r>
            <a:r>
              <a:rPr lang="en-IN" sz="1800" b="1" dirty="0"/>
              <a:t> </a:t>
            </a:r>
            <a:r>
              <a:rPr lang="en-IN" sz="1800" dirty="0"/>
              <a:t>Singh Chaudhary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z="1800" spc="-10" dirty="0">
                <a:latin typeface="Times New Roman"/>
                <a:cs typeface="Times New Roman"/>
              </a:rPr>
              <a:t>2</a:t>
            </a:r>
            <a:r>
              <a:rPr lang="en-US" spc="-10" dirty="0">
                <a:latin typeface="Times New Roman"/>
                <a:cs typeface="Times New Roman"/>
              </a:rPr>
              <a:t>38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27685" algn="l"/>
              </a:tabLst>
            </a:pPr>
            <a:r>
              <a:rPr lang="en-IN" sz="1800" dirty="0"/>
              <a:t>Prabhav Sharma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z="1800" spc="-10" dirty="0">
                <a:latin typeface="Times New Roman"/>
                <a:cs typeface="Times New Roman"/>
              </a:rPr>
              <a:t>269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sz="180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27685" algn="l"/>
              </a:tabLst>
            </a:pPr>
            <a:r>
              <a:rPr lang="en-IN" sz="1800" dirty="0"/>
              <a:t>Nikhil </a:t>
            </a:r>
            <a:r>
              <a:rPr sz="1800" spc="-10" dirty="0">
                <a:latin typeface="Times New Roman"/>
                <a:cs typeface="Times New Roman"/>
              </a:rPr>
              <a:t>(2211981</a:t>
            </a:r>
            <a:r>
              <a:rPr lang="en-US" spc="-10" dirty="0">
                <a:latin typeface="Times New Roman"/>
                <a:cs typeface="Times New Roman"/>
              </a:rPr>
              <a:t>242</a:t>
            </a:r>
            <a:r>
              <a:rPr sz="1800" spc="-10" dirty="0">
                <a:latin typeface="Times New Roman"/>
                <a:cs typeface="Times New Roman"/>
              </a:rPr>
              <a:t>)</a:t>
            </a:r>
            <a:endParaRPr lang="en-IN" sz="1800" spc="-10" dirty="0">
              <a:latin typeface="Times New Roman"/>
              <a:cs typeface="Times New Roman"/>
            </a:endParaRPr>
          </a:p>
          <a:p>
            <a:pPr marL="527685" indent="-514984">
              <a:lnSpc>
                <a:spcPct val="100000"/>
              </a:lnSpc>
              <a:spcBef>
                <a:spcPts val="300"/>
              </a:spcBef>
              <a:buAutoNum type="arabicPeriod"/>
              <a:tabLst>
                <a:tab pos="527685" algn="l"/>
              </a:tabLst>
            </a:pPr>
            <a:r>
              <a:rPr lang="en-IN" sz="1800" dirty="0"/>
              <a:t>Parshotam Singh </a:t>
            </a:r>
            <a:r>
              <a:rPr lang="en-IN" spc="-10" dirty="0">
                <a:latin typeface="Times New Roman"/>
                <a:cs typeface="Times New Roman"/>
              </a:rPr>
              <a:t>(2211981263)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96376" y="6429883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68CDA1-A63A-86D8-39D2-0DCAE96470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09370">
              <a:lnSpc>
                <a:spcPct val="100000"/>
              </a:lnSpc>
              <a:spcBef>
                <a:spcPts val="100"/>
              </a:spcBef>
            </a:pPr>
            <a:r>
              <a:rPr sz="4400" b="1" spc="-10" dirty="0">
                <a:latin typeface="Times New Roman"/>
                <a:cs typeface="Times New Roman"/>
              </a:rPr>
              <a:t>Introduction</a:t>
            </a:r>
            <a:endParaRPr sz="4400" dirty="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43847B-CD13-AF0A-69BA-8D9E514942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0CE62800-DD72-28F1-2889-8E8B29E1B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031606"/>
            <a:ext cx="8435564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err="1"/>
              <a:t>DriveHub</a:t>
            </a:r>
            <a:r>
              <a:rPr lang="en-US" sz="2400" dirty="0"/>
              <a:t> is a comprehensive digital automobile marketplace platform designed to simplify the buying and selling of cars through a secure, transparent, and user-friendly online environment.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Problem Statement:</a:t>
            </a:r>
          </a:p>
          <a:p>
            <a:r>
              <a:rPr lang="en-US" sz="2400" dirty="0"/>
              <a:t>Traditional car buying and selling is time-consuming </a:t>
            </a:r>
          </a:p>
          <a:p>
            <a:r>
              <a:rPr lang="en-US" sz="2400" dirty="0"/>
              <a:t>Lack of trust between buyers and sellers </a:t>
            </a:r>
          </a:p>
          <a:p>
            <a:r>
              <a:rPr lang="en-US" sz="2400" dirty="0"/>
              <a:t>Limited access to verified vehicle details </a:t>
            </a:r>
          </a:p>
          <a:p>
            <a:r>
              <a:rPr lang="en-US" sz="2400" dirty="0"/>
              <a:t>Dependency on third-party communication </a:t>
            </a:r>
          </a:p>
          <a:p>
            <a:r>
              <a:rPr lang="en-US" sz="2400" dirty="0"/>
              <a:t>Unsafe payment transactions and poor documentation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Solution:</a:t>
            </a:r>
          </a:p>
          <a:p>
            <a:r>
              <a:rPr lang="en-US" sz="2400" dirty="0" err="1"/>
              <a:t>DriveHub</a:t>
            </a:r>
            <a:r>
              <a:rPr lang="en-US" sz="2400" dirty="0"/>
              <a:t> provides car listing, direct buyer-seller chat, secure payments, vehicle image verification, and automatic PDF bill generation in one platform.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BDF03-D166-7311-4904-24E76424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14DF5B-998A-6A83-F2EF-B13AC51343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567" y="131087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204A672-03D2-CF1E-74B1-DD2295548A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25270"/>
            <a:ext cx="83058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Frontend:</a:t>
            </a:r>
          </a:p>
          <a:p>
            <a:r>
              <a:rPr lang="en-IN" sz="2400" dirty="0"/>
              <a:t>React.js (User Interface)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Backend:</a:t>
            </a:r>
          </a:p>
          <a:p>
            <a:r>
              <a:rPr lang="en-IN" sz="2400" dirty="0"/>
              <a:t>Node.js </a:t>
            </a:r>
          </a:p>
          <a:p>
            <a:r>
              <a:rPr lang="en-IN" sz="2400" dirty="0"/>
              <a:t>Express.js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Database:</a:t>
            </a:r>
          </a:p>
          <a:p>
            <a:r>
              <a:rPr lang="en-IN" sz="2400" dirty="0"/>
              <a:t>MongoDB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Authentication:</a:t>
            </a:r>
          </a:p>
          <a:p>
            <a:r>
              <a:rPr lang="en-IN" sz="2400" dirty="0"/>
              <a:t>Clerk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Payment Integration:</a:t>
            </a:r>
          </a:p>
          <a:p>
            <a:r>
              <a:rPr lang="en-IN" sz="2400" dirty="0"/>
              <a:t>Secure Payment Gateway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UI Design:</a:t>
            </a:r>
          </a:p>
          <a:p>
            <a:r>
              <a:rPr lang="en-IN" sz="2400" dirty="0"/>
              <a:t>Tailwind CSS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Development Tool:</a:t>
            </a:r>
          </a:p>
          <a:p>
            <a:r>
              <a:rPr lang="en-IN" sz="2400" dirty="0"/>
              <a:t>Visual Studio Code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450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44152-D368-136D-74EA-B2E2806A9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200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Abstract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C5A180-79D2-250B-AC35-6F7A3EACA6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D0E91C-6267-7E7B-EDF0-A4E1BD3E348A}"/>
              </a:ext>
            </a:extLst>
          </p:cNvPr>
          <p:cNvSpPr txBox="1"/>
          <p:nvPr/>
        </p:nvSpPr>
        <p:spPr>
          <a:xfrm>
            <a:off x="462116" y="1219200"/>
            <a:ext cx="830088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/>
              <a:t>DriveHub</a:t>
            </a:r>
            <a:r>
              <a:rPr lang="en-US" sz="2400" dirty="0"/>
              <a:t> is a digital car marketplace platform where users can buy and sell cars efficiently in one place.</a:t>
            </a:r>
          </a:p>
          <a:p>
            <a:r>
              <a:rPr lang="en-US" sz="2400" b="1" dirty="0"/>
              <a:t>Main Functions: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Upload and list cars for sale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Browse available vehicles without registration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View full vehicle details with high-quality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Chat directly with car owners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Make secure online payments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Generate automatic PDF bills after purchase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This makes car transactions faster, safer, and more organized while improving trust and transparency.</a:t>
            </a:r>
          </a:p>
          <a:p>
            <a:pPr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314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49425">
              <a:lnSpc>
                <a:spcPct val="100000"/>
              </a:lnSpc>
              <a:spcBef>
                <a:spcPts val="95"/>
              </a:spcBef>
            </a:pPr>
            <a:r>
              <a:rPr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A4AA64-97E8-F9B1-4CEB-8BBB046B54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E79B8D9-5075-0A19-EDDE-E1EC846C3B3B}"/>
              </a:ext>
            </a:extLst>
          </p:cNvPr>
          <p:cNvSpPr txBox="1"/>
          <p:nvPr/>
        </p:nvSpPr>
        <p:spPr>
          <a:xfrm>
            <a:off x="609600" y="1262560"/>
            <a:ext cx="8229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Objectives of </a:t>
            </a:r>
            <a:r>
              <a:rPr lang="en-US" sz="2400" b="1" dirty="0" err="1"/>
              <a:t>DriveHub</a:t>
            </a: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develop a secure digital automobile marketplace platform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simplify online buying and selling of cars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provide open-access browsing without mandatory login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improve buyer confidence using full vehicle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enable direct real-time communication between buyers and sellers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ensure secure online payment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generate automated PDF bills for proper documentation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To create a scalable and user-friendly platform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8905" y="69596"/>
            <a:ext cx="332889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b="1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751577-AB9C-1365-3CE8-BAA6B1116E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3F74F32-F6A0-CCA2-D5CE-C145C0143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67183"/>
            <a:ext cx="8382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User Authentication using Clerk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Car Upload &amp;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Vehicle Listing with Full Details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Open Browsing Without Registration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High-Quality Vehicle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Real-Time Chat Between Buyer and Seller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Secure Payment Gateway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Automatic PDF Bill Generation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Transaction History Management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Responsive UI for Mobile and Desktop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1BC91-DD1D-7BD1-4FF7-B0BCE2908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Design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5184F3-A642-2F12-7527-7BEC05D1D5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AutoShape 2" descr="Car Buy &amp; Sell System [classic]">
            <a:extLst>
              <a:ext uri="{FF2B5EF4-FFF2-40B4-BE49-F238E27FC236}">
                <a16:creationId xmlns:a16="http://schemas.microsoft.com/office/drawing/2014/main" id="{CFB1B7EF-35FB-F6B4-D055-425CA0D897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 descr="Car Buy &amp; Sell System [classic]">
            <a:extLst>
              <a:ext uri="{FF2B5EF4-FFF2-40B4-BE49-F238E27FC236}">
                <a16:creationId xmlns:a16="http://schemas.microsoft.com/office/drawing/2014/main" id="{13AD9FAF-69D1-D2D3-6895-8AF77401FE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4D3DAF4-7BD8-F8E0-3FB3-0274D6B951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93360"/>
            <a:ext cx="9144000" cy="550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025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AA0C8-EA58-2BD5-141F-252816754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System Architecture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728419-7140-62A3-5D4F-6DC04ECFF0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E5CFF7E-D9A1-6FCB-CBCA-46DC7EDC39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174795"/>
            <a:ext cx="8839200" cy="5247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3-Tier 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Frontend (React.js + Tailwind CSS)</a:t>
            </a:r>
          </a:p>
          <a:p>
            <a:r>
              <a:rPr lang="en-IN" sz="2400" dirty="0"/>
              <a:t>Handles UI and user interactions </a:t>
            </a:r>
          </a:p>
          <a:p>
            <a:r>
              <a:rPr lang="en-IN" sz="2400" dirty="0"/>
              <a:t>Car browsing, listing, chat, and payments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Backend (Node.js + Express.js)</a:t>
            </a:r>
          </a:p>
          <a:p>
            <a:r>
              <a:rPr lang="en-IN" sz="2400" dirty="0"/>
              <a:t>Processes requests and application logic </a:t>
            </a:r>
          </a:p>
          <a:p>
            <a:r>
              <a:rPr lang="en-IN" sz="2400" dirty="0"/>
              <a:t>JWT authentication and transaction handling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Database (MongoDB)</a:t>
            </a:r>
          </a:p>
          <a:p>
            <a:r>
              <a:rPr lang="en-IN" sz="2400" dirty="0"/>
              <a:t>Stores users, cars, chats, payments, and bills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Payment Layer</a:t>
            </a:r>
          </a:p>
          <a:p>
            <a:r>
              <a:rPr lang="en-IN" sz="2400" dirty="0"/>
              <a:t>Secure payment verification and processing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Data Flow:</a:t>
            </a:r>
          </a:p>
          <a:p>
            <a:r>
              <a:rPr lang="en-IN" sz="2400" dirty="0"/>
              <a:t>User → Frontend → Backend → Database/Payment → Frontend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2AAFF-C957-0822-2AA2-F42337E8F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72" y="51307"/>
            <a:ext cx="5652135" cy="615553"/>
          </a:xfrm>
        </p:spPr>
        <p:txBody>
          <a:bodyPr/>
          <a:lstStyle/>
          <a:p>
            <a:r>
              <a:rPr lang="en-IN" b="1" dirty="0"/>
              <a:t>Flowchart Diagram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571035-9E1E-DB01-FFFC-5BE2B37B61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255948-4DB0-D5C4-892F-0853177306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05920"/>
            <a:ext cx="5181600" cy="586419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43CCE0C8-4F3B-2F85-BB03-1A096B3093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1490800"/>
            <a:ext cx="4404997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This flowchart represents the working process of my buying and Selling System from start to end. </a:t>
            </a:r>
          </a:p>
          <a:p>
            <a:r>
              <a:rPr lang="en-US" sz="2000" dirty="0"/>
              <a:t>It begins with user registration/login, where the user chooses their role as customer or seller. </a:t>
            </a:r>
          </a:p>
          <a:p>
            <a:r>
              <a:rPr lang="en-US" sz="2000" dirty="0"/>
              <a:t>Customers can search vehicles, view details, chat with sellers, and buy or sell vehicles, while sellers upload vehicle details for admin verification. </a:t>
            </a:r>
          </a:p>
          <a:p>
            <a:r>
              <a:rPr lang="en-US" sz="2000" dirty="0"/>
              <a:t>After approval, booking details are saved in the database, and user/admin dashboards are updated successfully.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27375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037F-5148-57F4-A1D3-7DC55760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4864"/>
            <a:ext cx="5652135" cy="696595"/>
          </a:xfrm>
        </p:spPr>
        <p:txBody>
          <a:bodyPr wrap="square">
            <a:norm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23908F-2390-288E-7E4D-8C2CB0F5A1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83AD9A5-D9B2-C461-59EE-FC3C8B0AE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381579"/>
            <a:ext cx="440499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This UML Class Diagram represents the structure of my Vehicle Rental and Selling System project. </a:t>
            </a:r>
          </a:p>
          <a:p>
            <a:r>
              <a:rPr lang="en-US" sz="2000" dirty="0"/>
              <a:t>It includes four main classes: User, Listing, Message, and Booking. </a:t>
            </a:r>
          </a:p>
          <a:p>
            <a:r>
              <a:rPr lang="en-US" sz="2000" dirty="0"/>
              <a:t>The User class manages registration and login, and users can act as customers or sellers. </a:t>
            </a:r>
          </a:p>
          <a:p>
            <a:r>
              <a:rPr lang="en-US" sz="2000" dirty="0"/>
              <a:t>Sellers create vehicle listings, while customers can view and book available vehicles. </a:t>
            </a:r>
          </a:p>
          <a:p>
            <a:r>
              <a:rPr lang="en-US" sz="2000" dirty="0"/>
              <a:t>The Message and Booking classes handle communication and booking details, making the system organized and efficient.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4B854D-648D-BCFC-59BB-460294645CA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0" y="914400"/>
            <a:ext cx="4648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90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937EC-62EE-BE3D-B5BE-F5E83382E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51307"/>
            <a:ext cx="4783007" cy="677108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E6186-F6CA-05BC-B4BB-51BAFFD302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6399D92-F7B0-B0CC-F098-AEFE37C63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2400" y="838199"/>
            <a:ext cx="9144000" cy="5834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2467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2" y="51307"/>
            <a:ext cx="565213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3190">
              <a:lnSpc>
                <a:spcPct val="100000"/>
              </a:lnSpc>
              <a:spcBef>
                <a:spcPts val="95"/>
              </a:spcBef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sz="4400" b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09D340-BE3B-E946-B75C-84263E2858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2574BA-C68E-4CE4-05D0-955A985F158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 rot="16200000">
            <a:off x="1708195" y="-457944"/>
            <a:ext cx="557521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68B6D7-5B14-C2E4-192E-C282AB38F8A3}"/>
              </a:ext>
            </a:extLst>
          </p:cNvPr>
          <p:cNvSpPr txBox="1"/>
          <p:nvPr/>
        </p:nvSpPr>
        <p:spPr>
          <a:xfrm>
            <a:off x="2057400" y="30480"/>
            <a:ext cx="295786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Chart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A88BB5-9C10-A378-4818-CC13EA2EEF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3962779-3299-9B9C-507D-02E00CFF1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144000" cy="530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3F05D2-0CF0-F50B-3990-34C2BBEDA3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0AB9A6-661D-98F5-569D-01CAEE4CB357}"/>
              </a:ext>
            </a:extLst>
          </p:cNvPr>
          <p:cNvSpPr txBox="1"/>
          <p:nvPr/>
        </p:nvSpPr>
        <p:spPr>
          <a:xfrm>
            <a:off x="990600" y="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&amp; Results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CE0F6-40EA-4E16-A144-341EED989D98}"/>
              </a:ext>
            </a:extLst>
          </p:cNvPr>
          <p:cNvSpPr txBox="1"/>
          <p:nvPr/>
        </p:nvSpPr>
        <p:spPr>
          <a:xfrm>
            <a:off x="609600" y="1219200"/>
            <a:ext cx="7620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Testing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Unit Testing for authentication, listings, payment, and chat modules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Integration Testing for frontend-backend communication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Functional Testing for all major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UI Testing for responsiveness and navigation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Performance Testing with large image uploads and multiple listings 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F4958-4BE6-33DD-9F18-4F630709D5AE}"/>
              </a:ext>
            </a:extLst>
          </p:cNvPr>
          <p:cNvSpPr txBox="1"/>
          <p:nvPr/>
        </p:nvSpPr>
        <p:spPr>
          <a:xfrm>
            <a:off x="597310" y="4038600"/>
            <a:ext cx="8305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Car upload and listing worked successfully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Buyers could browse vehicles smoothly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Chat system worked properly in real time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Payment gateway completed secure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PDF bill generation worked accurately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Overall platform provided a smooth user experience </a:t>
            </a:r>
          </a:p>
          <a:p>
            <a:pPr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830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7FC145-F792-8556-5030-29CF74A64CC4}"/>
              </a:ext>
            </a:extLst>
          </p:cNvPr>
          <p:cNvSpPr txBox="1"/>
          <p:nvPr/>
        </p:nvSpPr>
        <p:spPr>
          <a:xfrm>
            <a:off x="1600200" y="7620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B50CF-97FB-64B9-E996-C7635AD91C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91A9352-BEC2-6BD4-6B7E-1443CFA86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913930"/>
            <a:ext cx="83058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Internet connection is required for all major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Payment gateway depends on third-party services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Large image uploads may affect performance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Verification of seller information is limited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Platform currently supports only car transactions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Limited offline functionality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Basic personalization features only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37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E4B203-C277-8ADE-8241-0D8F59AF7809}"/>
              </a:ext>
            </a:extLst>
          </p:cNvPr>
          <p:cNvSpPr txBox="1"/>
          <p:nvPr/>
        </p:nvSpPr>
        <p:spPr>
          <a:xfrm>
            <a:off x="1371600" y="18288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81787A-5ADB-99C8-BDA9-84ADDC0016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DB44892-0C35-91DB-A4CE-79872C7F0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53721"/>
            <a:ext cx="83820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b="1" dirty="0"/>
              <a:t>Future Scope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support for bikes and commercial vehicles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AI-based vehicle price prediction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vehicle verification using AI image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Develop mobile application for better accessibility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Add live location tracking for delivery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Introduce loan and EMI calculator features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Enable service history tracking for vehicles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dashboard analytics and user recommendations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833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30174A-A083-53B5-D70B-5C94D193C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84939"/>
            <a:ext cx="2133600" cy="9129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138FB8-A9E2-6FEA-6777-629F0B1F639C}"/>
              </a:ext>
            </a:extLst>
          </p:cNvPr>
          <p:cNvSpPr txBox="1"/>
          <p:nvPr/>
        </p:nvSpPr>
        <p:spPr>
          <a:xfrm>
            <a:off x="1066800" y="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/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67B97-6C65-4D06-EAF3-42C07CF56298}"/>
              </a:ext>
            </a:extLst>
          </p:cNvPr>
          <p:cNvSpPr txBox="1"/>
          <p:nvPr/>
        </p:nvSpPr>
        <p:spPr>
          <a:xfrm>
            <a:off x="419100" y="1752600"/>
            <a:ext cx="8305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DriveHub</a:t>
            </a:r>
            <a:r>
              <a:rPr lang="en-IN" dirty="0"/>
              <a:t> provides a modern, secure, and efficient solution for online automobile transactions.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It</a:t>
            </a:r>
            <a:r>
              <a:rPr lang="en-IN" dirty="0"/>
              <a:t> </a:t>
            </a:r>
            <a:r>
              <a:rPr lang="en-IN" b="1" dirty="0"/>
              <a:t>improves:</a:t>
            </a:r>
          </a:p>
          <a:p>
            <a:endParaRPr lang="en-IN" dirty="0"/>
          </a:p>
          <a:p>
            <a:r>
              <a:rPr lang="en-IN" dirty="0"/>
              <a:t>Accessibility </a:t>
            </a:r>
          </a:p>
          <a:p>
            <a:r>
              <a:rPr lang="en-IN" dirty="0"/>
              <a:t>Buyer-Seller Trust </a:t>
            </a:r>
          </a:p>
          <a:p>
            <a:r>
              <a:rPr lang="en-IN" dirty="0"/>
              <a:t>Secure Transactions </a:t>
            </a:r>
          </a:p>
          <a:p>
            <a:r>
              <a:rPr lang="en-IN" dirty="0"/>
              <a:t>Documentation Transparency </a:t>
            </a:r>
          </a:p>
          <a:p>
            <a:r>
              <a:rPr lang="en-IN" dirty="0"/>
              <a:t>Overall User Experience 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DriveHub</a:t>
            </a:r>
            <a:r>
              <a:rPr lang="en-IN" dirty="0"/>
              <a:t> creates a reliable and scalable digital ecosystem for the future of automobile commerce.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</TotalTime>
  <Words>831</Words>
  <Application>Microsoft Office PowerPoint</Application>
  <PresentationFormat>On-screen Show (4:3)</PresentationFormat>
  <Paragraphs>142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    Project Presentation</vt:lpstr>
      <vt:lpstr>Introduction</vt:lpstr>
      <vt:lpstr>Technology Stack</vt:lpstr>
      <vt:lpstr>Project Abstract</vt:lpstr>
      <vt:lpstr>Objectives</vt:lpstr>
      <vt:lpstr>Key Features</vt:lpstr>
      <vt:lpstr>High-Level Design</vt:lpstr>
      <vt:lpstr>  System Architecture</vt:lpstr>
      <vt:lpstr>Flowchart Diagram</vt:lpstr>
      <vt:lpstr>Use Case Diagram</vt:lpstr>
      <vt:lpstr>ER Diagram</vt:lpstr>
      <vt:lpstr>Class Diagram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Navdeep chaudhary</cp:lastModifiedBy>
  <cp:revision>75</cp:revision>
  <dcterms:created xsi:type="dcterms:W3CDTF">2025-03-11T17:49:38Z</dcterms:created>
  <dcterms:modified xsi:type="dcterms:W3CDTF">2026-04-27T04:00:04Z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2025-03-11T00:00:00Z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2025-03-11T00:00:00Z</vt:filetime>
  </property>
  <property fmtid="{D5CDD505-2E9C-101B-9397-08002B2CF9AE}" pid="5" name="Producer">
    <vt:lpwstr>Adobe PDF Library 25.1.204</vt:lpwstr>
  </property>
</Properties>
</file>